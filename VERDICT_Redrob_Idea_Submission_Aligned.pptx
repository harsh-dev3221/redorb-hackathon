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261872"/>
            <a:ext cx="65836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4400" b="1">
                <a:solidFill>
                  <a:srgbClr val="057A55"/>
                </a:solidFill>
                <a:latin typeface="Aptos"/>
              </a:defRPr>
            </a:pPr>
            <a:r>
              <a:t>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8778240" cy="3840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Aptos"/>
              </a:defRPr>
            </a:pPr>
            <a:r>
              <a:t>Verified Evidence, Rubric-Driven Inference &amp; Calibrated Triage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017520"/>
            <a:ext cx="470916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45536"/>
            <a:ext cx="4379976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57A55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56432"/>
            <a:ext cx="4379976" cy="4297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50" b="0">
                <a:solidFill>
                  <a:srgbClr val="0F172A"/>
                </a:solidFill>
                <a:latin typeface="Aptos"/>
              </a:defRPr>
            </a:pPr>
            <a:r>
              <a:t>verdict | Harsh Patel | Solo participant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017520"/>
            <a:ext cx="4892040" cy="960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3145536"/>
            <a:ext cx="4562855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57A55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3456432"/>
            <a:ext cx="4562855" cy="4297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50" b="0">
                <a:solidFill>
                  <a:srgbClr val="0F172A"/>
                </a:solidFill>
                <a:latin typeface="Aptos"/>
              </a:defRPr>
            </a:pPr>
            <a:r>
              <a:t>Intelligent Candidate Discovery &amp; Ranking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645152"/>
            <a:ext cx="987552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0F172A"/>
                </a:solidFill>
                <a:latin typeface="Aptos"/>
              </a:defRPr>
            </a:pPr>
            <a:r>
              <a:t>Top-100 candidate ranking for the Senior AI Engineer founding-team JD.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78992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A deterministic ranker that reads evidence, not keyword density.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790956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Compiles the JD into an executable rubric with hard gates, weighted rules, and fuzzy evidence predicates.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Scores candidates as J x C x A: job judgment, profile credibility, and practical availability.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Uses sentence-level career evidence; self-declared skills need corroboration.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The constrained rank step is local, CPU-only, no-network, and uses precomputed artifacts.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874519"/>
            <a:ext cx="2468880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00253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57A55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313432"/>
            <a:ext cx="2139696" cy="13441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50" b="0">
                <a:solidFill>
                  <a:srgbClr val="0F172A"/>
                </a:solidFill>
                <a:latin typeface="Aptos"/>
              </a:defRPr>
            </a:pPr>
            <a:r>
              <a:t>This directly addresses the Redrob trap: ranking must infer fit from evidence and availability, not from AI keywords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JD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78992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The role means production AI systems, not just AI vocabulary.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790956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Target role: Senior AI Engineer - Founding Team, Redrob AI.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Core evidence: shipped search, ranking, recommendation, retrieval, embeddings, NLP/IR, and evaluation.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Preferred profile: hands-on product builder with real user impact and recent coding depth.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Behavior matters: response rate, last active date, open-to-work, notice period, location, and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874519"/>
            <a:ext cx="2468880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00253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57A55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313432"/>
            <a:ext cx="2139696" cy="13441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50" b="0">
                <a:solidFill>
                  <a:srgbClr val="0F172A"/>
                </a:solidFill>
                <a:latin typeface="Aptos"/>
              </a:defRPr>
            </a:pPr>
            <a:r>
              <a:t>This directly addresses the Redrob trap: ranking must infer fit from evidence and availability, not from AI keywords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78992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Ranking is staged evidence retrieval, then multiplicative fusion.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790956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Gate: career history, YOE band, and relocation feasibility.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Recall: structured ABM + BM25 + dense ideal-profile retrieval via RRF.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Judge: crisp rubric rules plus contrastive fuzzy evidence predicates.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Validate: credibility checks and behavioral availability modifiers.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Fuse: final score = J^alpha x C^beta x A^gamma plus finalist tournament.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874519"/>
            <a:ext cx="2468880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00253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57A55"/>
                </a:solidFill>
                <a:latin typeface="Aptos"/>
              </a:defRPr>
            </a:pPr>
            <a:r>
              <a:t>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313432"/>
            <a:ext cx="2139696" cy="13441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50" b="0">
                <a:solidFill>
                  <a:srgbClr val="0F172A"/>
                </a:solidFill>
                <a:latin typeface="Aptos"/>
              </a:defRPr>
            </a:pPr>
            <a:r>
              <a:t>J x C x A keeps job fit, truthfulness, and reachability all active.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78992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Every reason comes from the candidate ledger.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790956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Reasoning is assembled from structured fields and fired evidence notes only.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No LLM writes or rewrites candidate justifications during ranking.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Scores expose job fit, credibility, and availability separately.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Rank-band tone is controlled so lower-ranked candidates are not described as perfect fits.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874519"/>
            <a:ext cx="2468880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00253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57A55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313432"/>
            <a:ext cx="2139696" cy="13441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50" b="0">
                <a:solidFill>
                  <a:srgbClr val="0F172A"/>
                </a:solidFill>
                <a:latin typeface="Aptos"/>
              </a:defRPr>
            </a:pPr>
            <a:r>
              <a:t>This directly addresses the Redrob trap: ranking must infer fit from evidence and availability, not from AI keywords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DATA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78992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Credibility checks catch honeypots and low-quality profiles.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790956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Detects company-before-founding claims, overlapping full-time roles, impossible YOE, and date contradictions.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Flags impossible skill durations and expert skills with near-zero use.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Penalizes AI skill stuffing on non-technical careers without corroborating evidence.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Caps stale plus non-responsive candidates because they are not practically hireable.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874519"/>
            <a:ext cx="2468880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00253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57A55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313432"/>
            <a:ext cx="2139696" cy="13441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50" b="0">
                <a:solidFill>
                  <a:srgbClr val="0F172A"/>
                </a:solidFill>
                <a:latin typeface="Aptos"/>
              </a:defRPr>
            </a:pPr>
            <a:r>
              <a:t>This directly addresses the Redrob trap: ranking must infer fit from evidence and availability, not from AI keywords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78992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From JD to ranked CSV in two phases.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790956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Offline JD compile: rubric JSON, ideal profiles, and predicate text.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Candidate precompute: claim ledger, evidence sentences, and BGE-small vectors.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Rank step: load artifacts, gate, recall, score, fuse, and synthesize reasoning.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Validate: CSV validator, honeypot audit, hidden-gem audit, and runtime check.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78992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A local, auditable architecture built around evidence objects.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790956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Data loader streams JSONL/GZIP candidate records.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Normalizer standardizes titles, skills, companies, and locations.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Evidence ledger reconstructs timelines and corroborated claims.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Scoring engines compute judgment, credibility, and availability.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Output is a top-100 CSV with grounded reasoning.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874519"/>
            <a:ext cx="2468880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00253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57A55"/>
                </a:solidFill>
                <a:latin typeface="Aptos"/>
              </a:defRPr>
            </a:pPr>
            <a:r>
              <a:t>No hidden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313432"/>
            <a:ext cx="2139696" cy="13441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50" b="0">
                <a:solidFill>
                  <a:srgbClr val="0F172A"/>
                </a:solidFill>
                <a:latin typeface="Aptos"/>
              </a:defRPr>
            </a:pPr>
            <a:r>
              <a:t>The rank step is deterministic local code over artifacts.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78992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The submission meets compute limits and local quality gates.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790956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Full 100K candidate pool ranked successfully.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Rank step completes in about 14 seconds on CPU, under the 5-minute limit.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Quality gate: 0 keyword-stuffer leaks, 0 impossible profiles, 0 severe behavioral traps.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Hidden-gem audit surfaced 58 plain-language candidates in the top 100.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Official validator passes on the produced 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874519"/>
            <a:ext cx="2468880" cy="187451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00253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57A55"/>
                </a:solidFill>
                <a:latin typeface="Aptos"/>
              </a:defRPr>
            </a:pPr>
            <a:r>
              <a:t>Measured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313432"/>
            <a:ext cx="2139696" cy="13441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50" b="0">
                <a:solidFill>
                  <a:srgbClr val="0F172A"/>
                </a:solidFill>
                <a:latin typeface="Aptos"/>
              </a:defRPr>
            </a:pPr>
            <a:r>
              <a:t>~14s CPU rank time; validator and quality gates pass.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78992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Small deterministic stack chosen for reproducibility.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790956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Python, NumPy, and orjson for fast local scoring and artifact loading.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FastEmbed / BAAI bge-small-en-v1.5 for CPU-friendly embeddings.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BM25 + dense retrieval + Reciprocal Rank Fusion for robust recall.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Custom evidence ledger, credibility engine, availability engine, and reasoning synthesizer.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Streamlit sandbox for hosted small-sample reproduction.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redrob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09728"/>
            <a:ext cx="1554480" cy="2011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INDIA.RUNS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800" b="1">
                <a:solidFill>
                  <a:srgbClr val="057A55"/>
                </a:solidFill>
                <a:latin typeface="Aptos"/>
              </a:defRPr>
            </a:pPr>
            <a:r>
              <a:t>SUBMISSION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382512"/>
            <a:ext cx="457200" cy="14630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163056"/>
            <a:ext cx="1088136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804672"/>
            <a:ext cx="10789920" cy="65836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  <a:latin typeface="Aptos"/>
              </a:defRPr>
            </a:pPr>
            <a:r>
              <a:t>Everything needed to review and reproduce.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7909560" cy="4160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Team: verdict | Solo participant: Harsh Patel.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GitHub: https://github.com/Harsh-dev3221/RedORB-hackathon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Sandbox: https://redorb-hackathon-easy.streamlit.app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Reproduce: python rank.py --candidates ./candidates.jsonl --out ./submission.csv</a:t>
            </a:r>
          </a:p>
          <a:p>
            <a:pPr>
              <a:spcAft>
                <a:spcPts val="900"/>
              </a:spcAft>
              <a:defRPr sz="1450">
                <a:solidFill>
                  <a:srgbClr val="0F172A"/>
                </a:solidFill>
                <a:latin typeface="Aptos"/>
              </a:defRPr>
            </a:pPr>
            <a:r>
              <a:t>Files: team_verdict.csv, submission_metadata.yaml, VERDICT_Redrob_Idea_Submission_Aligned.pptx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1874519"/>
            <a:ext cx="2468880" cy="187451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00253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057A55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2313432"/>
            <a:ext cx="2139696" cy="13441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>
              <a:defRPr sz="1150" b="0">
                <a:solidFill>
                  <a:srgbClr val="0F172A"/>
                </a:solidFill>
                <a:latin typeface="Aptos"/>
              </a:defRPr>
            </a:pPr>
            <a:r>
              <a:t>harshpatel25800.dev@gmail.com</a:t>
            </a:r>
            <a:br/>
            <a:r>
              <a:t>+91 7016972609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